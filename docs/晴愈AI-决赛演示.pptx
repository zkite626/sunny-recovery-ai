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F6A623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86C7A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2026 应用心理学专业活动月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晴愈AI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大学生心理健康智能伙伴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1097280" cy="36576"/>
          </a:xfrm>
          <a:prstGeom prst="rect">
            <a:avLst/>
          </a:prstGeom>
          <a:solidFill>
            <a:srgbClr val="F6A62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B5D"/>
                </a:solidFill>
              </a:rPr>
              <a:t>直面情绪，向阳而生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</a:rPr>
              <a:t>心晴小队 · 南宁师范大学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A99A"/>
                </a:solidFill>
              </a:rPr>
              <a:t>李悦（组长）  王梓 · 陈曦    2026年4月27日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6A62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背景分析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大学生心理健康，不容忽视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焦虑、内耗、自我否定……这些情绪正在影响越来越多大学生的日常生活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😰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学业焦虑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考前反复焦虑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复习效率低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越拖越焦虑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😞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自我否定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完美主义导致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不敢开始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反复自我批评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🥺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社交压力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与同学对比进度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产生自我怀疑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回避社交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7512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😶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67512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缺乏倾诉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心理咨询预约难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不愿向身边人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袒露脆弱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86C7A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解决方案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晴愈AI：AI + 心理学的疗愈伙伴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7280" y="1554480"/>
            <a:ext cx="594360" cy="594360"/>
          </a:xfrm>
          <a:prstGeom prst="ellipse">
            <a:avLst/>
          </a:prstGeom>
          <a:solidFill>
            <a:srgbClr val="F6A62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情绪觉察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识别情绪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类型与强度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97480" y="1554480"/>
            <a:ext cx="594360" cy="594360"/>
          </a:xfrm>
          <a:prstGeom prst="ellipse">
            <a:avLst/>
          </a:prstGeom>
          <a:solidFill>
            <a:srgbClr val="FDA085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2402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身体扫描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02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觉察情绪的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身体感受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297680" y="1554480"/>
            <a:ext cx="594360" cy="59436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404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CBT引导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认知重构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897880" y="1554480"/>
            <a:ext cx="594360" cy="594360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/>
          <p:nvPr/>
        </p:nvSpPr>
        <p:spPr>
          <a:xfrm>
            <a:off x="58978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406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文学安慰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AI创作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治愈文字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98080" y="1554480"/>
            <a:ext cx="594360" cy="594360"/>
          </a:xfrm>
          <a:prstGeom prst="ellipse">
            <a:avLst/>
          </a:prstGeom>
          <a:solidFill>
            <a:srgbClr val="86C7A3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0408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情绪卡片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408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生成专属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疗愈记录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4008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智能体工具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65176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5176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265176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思维陷阱识别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66344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呼吸模式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7512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11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667512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功能模块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457200"/>
            <a:ext cx="2286000" cy="2286000"/>
          </a:xfrm>
          <a:prstGeom prst="ellipse">
            <a:avLst/>
          </a:prstGeom>
          <a:solidFill>
            <a:srgbClr val="A78BF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核心功能一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智能体对话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不只是聊天——AI 能自主调用工具，主动提供帮助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19072"/>
            <a:ext cx="164592" cy="164592"/>
          </a:xfrm>
          <a:prstGeom prst="ellipse">
            <a:avLst/>
          </a:prstGeom>
          <a:solidFill>
            <a:srgbClr val="F6A62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自主判断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AI 根据用户表达，自主选择最合适的支持方式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164592" cy="164592"/>
          </a:xfrm>
          <a:prstGeom prst="ellipse">
            <a:avLst/>
          </a:prstGeom>
          <a:solidFill>
            <a:srgbClr val="86C7A3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工具调用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10种工具：身体扫描、呼吸引导、心理测评等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182112"/>
            <a:ext cx="164592" cy="16459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跨会话记忆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记住用户分享过的事情，体现持续关心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164592" cy="164592"/>
          </a:xfrm>
          <a:prstGeom prst="ellipse">
            <a:avLst/>
          </a:prstGeom>
          <a:solidFill>
            <a:srgbClr val="FDA085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危机检测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识别自伤关键词，立即提供心理援助热线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463040"/>
            <a:ext cx="3840480" cy="3200400"/>
          </a:xfrm>
          <a:prstGeom prst="roundRect">
            <a:avLst>
              <a:gd name="adj" fmla="val 4286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169164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8E0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17373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2E1F"/>
                </a:solidFill>
              </a:rPr>
              <a:t>你好呀 👋 我是晴愈，你的心理健康伙伴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0" y="2377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6350">
            <a:solidFill>
              <a:srgbClr val="FDE2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06440" y="2423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D2E1F"/>
                </a:solidFill>
              </a:rPr>
              <a:t>明天就要考试了，我觉得自己什么都没准备好……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0" y="306324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8E0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66360" y="31089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2E1F"/>
                </a:solidFill>
              </a:rPr>
              <a:t>听起来你有些考前焦虑呢 😰 这种「来不及了」的想法，是不是让你更难开始？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0" y="3840480"/>
            <a:ext cx="2286000" cy="320040"/>
          </a:xfrm>
          <a:prstGeom prst="roundRect">
            <a:avLst>
              <a:gd name="adj" fmla="val 57143"/>
            </a:avLst>
          </a:prstGeom>
          <a:solidFill>
            <a:srgbClr val="D4EDDA"/>
          </a:solidFill>
          <a:ln w="6350">
            <a:solidFill>
              <a:srgbClr val="86C7A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38587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C7A3"/>
                </a:solidFill>
              </a:rPr>
              <a:t>正在启动正念呼吸...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743200"/>
            <a:ext cx="1828800" cy="1828800"/>
          </a:xfrm>
          <a:prstGeom prst="ellipse">
            <a:avLst/>
          </a:prstGeom>
          <a:solidFill>
            <a:srgbClr val="F6A62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核心功能二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 步 CBT 情绪疗愈流程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基于认知行为疗法的结构化引导，每一步都有科学依据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828800"/>
            <a:ext cx="1097280" cy="320040"/>
          </a:xfrm>
          <a:prstGeom prst="roundRect">
            <a:avLst>
              <a:gd name="adj" fmla="val 57143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A623"/>
                </a:solidFill>
              </a:rPr>
              <a:t>步骤 1-2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情绪觉察 + 身体扫描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6517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滑动选择情绪强度，选择情绪标签，写下感受。交互式人体图引导觉察身体紧张部位。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64592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0" y="1828800"/>
            <a:ext cx="1097280" cy="320040"/>
          </a:xfrm>
          <a:prstGeom prst="roundRect">
            <a:avLst>
              <a:gd name="adj" fmla="val 57143"/>
            </a:avLst>
          </a:prstGeom>
          <a:solidFill>
            <a:srgbClr val="EDE9FE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28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</a:rPr>
              <a:t>步骤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472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CBT 对话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6517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3轮引导：共情识别思维陷阱 → 分离想法与事实 → 认知重构 + 微行动建议。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64592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828800"/>
            <a:ext cx="1097280" cy="320040"/>
          </a:xfrm>
          <a:prstGeom prst="roundRect">
            <a:avLst>
              <a:gd name="adj" fmla="val 57143"/>
            </a:avLst>
          </a:prstGeom>
          <a:solidFill>
            <a:srgbClr val="D4EDDA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828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C7A3"/>
                </a:solidFill>
              </a:rPr>
              <a:t>步骤 4-5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文学安慰 + 情绪卡片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26517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 创作专属治愈文字，生成精美疗愈卡片，记录完整旅程。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840480"/>
            <a:ext cx="3474720" cy="731520"/>
          </a:xfrm>
          <a:prstGeom prst="roundRect">
            <a:avLst>
              <a:gd name="adj" fmla="val 12500"/>
            </a:avLst>
          </a:prstGeom>
          <a:solidFill>
            <a:srgbClr val="FEE2E2">
              <a:alpha val="50000"/>
            </a:srgbClr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旧想法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1F"/>
                </a:solidFill>
              </a:rPr>
              <a:t>「我必须完美，做不好就完蛋」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06240" y="3931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6A623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754880" y="3840480"/>
            <a:ext cx="3474720" cy="731520"/>
          </a:xfrm>
          <a:prstGeom prst="roundRect">
            <a:avLst>
              <a:gd name="adj" fmla="val 12500"/>
            </a:avLst>
          </a:prstGeom>
          <a:solidFill>
            <a:srgbClr val="D1FAE5">
              <a:alpha val="50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新想法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1F"/>
                </a:solidFill>
              </a:rPr>
              <a:t>「先完成，再完善，每天进步一点」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286000" cy="2286000"/>
          </a:xfrm>
          <a:prstGeom prst="ellipse">
            <a:avLst/>
          </a:prstGeom>
          <a:solidFill>
            <a:srgbClr val="86C7A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核心功能三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多维辅助工具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正念呼吸、心理测评、感恩日记、情绪记录、沉浸互动、冥想、涂鸦、日历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🫁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正念呼吸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4-7-8 / 方形 / 共振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3种科学呼吸引导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动画可视化辅助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心理测评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PHQ-9 抑郁筛查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GAD-7 焦虑筛查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 个性化分析报告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🌿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66344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感恩日记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每天记录 3 件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感恩的小事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培养积极心态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📅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67512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情绪日历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日历可视化记录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连续打卡激励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8个成就徽章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743200"/>
            <a:ext cx="2286000" cy="2286000"/>
          </a:xfrm>
          <a:prstGeom prst="ellipse">
            <a:avLst/>
          </a:prstGeom>
          <a:solidFill>
            <a:srgbClr val="7DD3FC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核心功能四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数字媒体艺术疗愈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手势驱动粒子、AI冥想引导、情绪涂鸦——用艺术改善心情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🌊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沉浸式互动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手势/触摸驱动 Perlin 噪声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流场粒子系统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4种情绪色彩主题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🧘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正念冥想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4种冥想类型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呼吸动画+环境音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 个性化引导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🎨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66344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情绪涂鸦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4种艺术画笔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 色彩情绪分析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个人画廊保存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📅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67512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情绪日历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日历可视化记录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连续打卡成就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月度情绪分布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743200"/>
            <a:ext cx="3200400" cy="3200400"/>
          </a:xfrm>
          <a:prstGeom prst="ellipse">
            <a:avLst/>
          </a:prstGeom>
          <a:solidFill>
            <a:srgbClr val="A78BF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理论依据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循证心理学基础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每一项功能都有扎实的理论支撑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920240"/>
            <a:ext cx="502920" cy="502920"/>
          </a:xfrm>
          <a:prstGeom prst="ellipse">
            <a:avLst/>
          </a:prstGeom>
          <a:solidFill>
            <a:srgbClr val="F6A623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情绪ABC理论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事件A不直接导致情绪C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不合理信念B才是内耗根源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识别不合理信念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5176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920240"/>
            <a:ext cx="502920" cy="5029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8892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认知行为疗法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8892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想法—情绪—行为形成循环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通过认知重构打破负向循环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8892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3轮CBT对话引导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03520" y="1920240"/>
            <a:ext cx="502920" cy="502920"/>
          </a:xfrm>
          <a:prstGeom prst="ellipse">
            <a:avLst/>
          </a:prstGeom>
          <a:solidFill>
            <a:srgbClr val="86C7A3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0060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正念减压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提升当下觉察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停止思维反刍，调节自主神经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3种呼吸引导模式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0" y="1920240"/>
            <a:ext cx="502920" cy="502920"/>
          </a:xfrm>
          <a:prstGeom prst="ellipse">
            <a:avLst/>
          </a:prstGeom>
          <a:solidFill>
            <a:srgbClr val="FDA085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1228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积极心理学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1228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感恩练习帮助大脑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关注积极面，提升幸福感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1228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感恩日记功能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731520"/>
            <a:ext cx="2743200" cy="2743200"/>
          </a:xfrm>
          <a:prstGeom prst="ellipse">
            <a:avLst/>
          </a:prstGeom>
          <a:solidFill>
            <a:srgbClr val="F6A62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创新亮点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五大创新亮点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6A62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智能体架构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27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AI 自主判断用户需要，主动调用 14 种工具，从「被动回答」到「主动支持」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结构化疗愈流程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2313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5步引导整合循证心理学方法，用户跟随引导即可完成认知重构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7432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86C7A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数字媒体艺术疗愈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5880" y="2999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手势粒子互动、AI冥想引导、情绪涂鸦，用艺术与科技改善情绪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4290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DA08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多端适配 + 响应式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685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移动端底部导航、触摸手势、PWA支持，完整响应式体验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7DD3F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隐私优先 + 服务端代理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43708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API Key 支持 .env 配置，服务端代理保护密钥，数据保存在浏览器本地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86C7A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实践成果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连续 7 天实践，效果显著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小组成员亲身实践数据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2468880" cy="1645920"/>
          </a:xfrm>
          <a:prstGeom prst="roundRect">
            <a:avLst>
              <a:gd name="adj" fmla="val 8333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373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6C7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内耗频率下降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从每天多次内耗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减少到偶尔发生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645920"/>
            <a:ext cx="2468880" cy="1645920"/>
          </a:xfrm>
          <a:prstGeom prst="roundRect">
            <a:avLst>
              <a:gd name="adj" fmla="val 8333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7373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91840" y="2468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任务启动速度提升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788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拖延时间明显缩短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行动力增强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1645920"/>
            <a:ext cx="2468880" cy="1645920"/>
          </a:xfrm>
          <a:prstGeom prst="roundRect">
            <a:avLst>
              <a:gd name="adj" fmla="val 8333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0" y="17373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↓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943600" y="2468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焦虑自评分数降低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0" y="2788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自我报告焦虑水平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持续下降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7863840" cy="1097280"/>
          </a:xfrm>
          <a:prstGeom prst="roundRect">
            <a:avLst>
              <a:gd name="adj" fmla="val 10000"/>
            </a:avLst>
          </a:prstGeom>
          <a:solidFill>
            <a:srgbClr val="FEF3C7">
              <a:alpha val="50000"/>
            </a:srgbClr>
          </a:solidFill>
          <a:ln w="635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28016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做完 5 步疗愈流程后，我发现自己「来不及了」的想法变少了，开始做事变得更果断了。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—— 实践参与者反馈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F6A623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86C7A3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74320"/>
            <a:ext cx="1828800" cy="1828800"/>
          </a:xfrm>
          <a:prstGeom prst="ellipse">
            <a:avLst/>
          </a:prstGeom>
          <a:solidFill>
            <a:srgbClr val="A78BFA">
              <a:alpha val="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097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直面情绪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371600" y="19202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向阳而生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3716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6B5D"/>
                </a:solidFill>
              </a:rPr>
              <a:t>让每一个大学生，都能拥有一个温暖的心理健康伙伴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3566160"/>
            <a:ext cx="1463040" cy="36576"/>
          </a:xfrm>
          <a:prstGeom prst="rect">
            <a:avLst/>
          </a:prstGeom>
          <a:solidFill>
            <a:srgbClr val="F6A623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7490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A99A"/>
                </a:solidFill>
              </a:rPr>
              <a:t>晴愈AI · 心理健康智能伙伴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4114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A99A"/>
                </a:solidFill>
              </a:rPr>
              <a:t>心晴小队 · 南宁师范大学 · 2026年4月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43891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李悦（组长）  王梓 · 陈曦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晴愈AI — 大学生心理健康智能伙伴</dc:title>
  <dc:subject>PptxGenJS Presentation</dc:subject>
  <dc:creator>心晴小队</dc:creator>
  <cp:lastModifiedBy>心晴小队</cp:lastModifiedBy>
  <cp:revision>1</cp:revision>
  <dcterms:created xsi:type="dcterms:W3CDTF">2026-05-01T15:13:26Z</dcterms:created>
  <dcterms:modified xsi:type="dcterms:W3CDTF">2026-05-01T15:13:26Z</dcterms:modified>
</cp:coreProperties>
</file>